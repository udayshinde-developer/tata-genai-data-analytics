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13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10"/>
      <p:bold r:id="rId11"/>
      <p: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1619" cy="5154170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008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92778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5435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1962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5901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7968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68598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883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7270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423909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3816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606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8965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98566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653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431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7750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169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"/>
            <a:ext cx="9141619" cy="5142161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15-Jun-26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565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4"/>
            <a:ext cx="5783400" cy="12609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2967487"/>
            <a:ext cx="5783400" cy="990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1600" dirty="0"/>
              <a:t>Customer Data Input: Repayment history, credit score, income, customer interactions</a:t>
            </a:r>
          </a:p>
          <a:p>
            <a:pPr>
              <a:defRPr sz="1800"/>
            </a:pPr>
            <a:r>
              <a:rPr lang="en-US" sz="1600" dirty="0"/>
              <a:t>Decision Logic Engine: AI model predicts risk and suggests actions</a:t>
            </a:r>
          </a:p>
          <a:p>
            <a:pPr>
              <a:defRPr sz="1800"/>
            </a:pPr>
            <a:r>
              <a:rPr lang="en-US" sz="1600" dirty="0"/>
              <a:t>Action Module: Sends personalized reminders, plans, or escalations</a:t>
            </a:r>
          </a:p>
          <a:p>
            <a:pPr>
              <a:defRPr sz="1800"/>
            </a:pPr>
            <a:r>
              <a:rPr lang="en-US" sz="1600" dirty="0"/>
              <a:t>Learning Loop: Continuously refines decisions based on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B9E3-2B5D-D504-DC2C-580155DE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 Diagram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F86928A-3F74-F097-04BD-12E394EFA87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820838" y="1068417"/>
            <a:ext cx="3203575" cy="3417888"/>
          </a:xfrm>
        </p:spPr>
      </p:pic>
    </p:spTree>
    <p:extLst>
      <p:ext uri="{BB962C8B-B14F-4D97-AF65-F5344CB8AC3E}">
        <p14:creationId xmlns:p14="http://schemas.microsoft.com/office/powerpoint/2010/main" val="32604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defRPr sz="1800"/>
            </a:pPr>
            <a:r>
              <a:rPr lang="en-US" dirty="0"/>
              <a:t>Autonomous AI: Predicting risk, sending reminders, adapting messages, learning from data</a:t>
            </a:r>
          </a:p>
          <a:p>
            <a:pPr>
              <a:defRPr sz="1800"/>
            </a:pPr>
            <a:r>
              <a:rPr lang="en-US" dirty="0"/>
              <a:t>Human Oversight: Approving payment plans, reviewing edge cases, handling disputes, auditing fairness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2000" dirty="0"/>
              <a:t>Fairness Checks: Detect and mitigate bias across segments</a:t>
            </a:r>
          </a:p>
          <a:p>
            <a:pPr>
              <a:defRPr sz="1800"/>
            </a:pPr>
            <a:r>
              <a:rPr lang="en-US" sz="2000" dirty="0"/>
              <a:t>Explainability: Clear, understandable decisions for customers</a:t>
            </a:r>
          </a:p>
          <a:p>
            <a:pPr>
              <a:defRPr sz="1800"/>
            </a:pPr>
            <a:r>
              <a:rPr lang="en-US" sz="2000" dirty="0"/>
              <a:t>Compliance: Meets regulatory standards like GDPR, ECOA</a:t>
            </a:r>
          </a:p>
          <a:p>
            <a:pPr>
              <a:defRPr sz="1800"/>
            </a:pPr>
            <a:r>
              <a:rPr lang="en-US" sz="2000" dirty="0"/>
              <a:t>Human-in-the-Loop: Agents involved in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800"/>
            </a:pPr>
            <a:r>
              <a:rPr lang="en-US" sz="1600" dirty="0"/>
              <a:t>Business KPIs: Lower delinquency (↓25%), cost savings, better recovery rates, scalable ops</a:t>
            </a:r>
          </a:p>
          <a:p>
            <a:pPr>
              <a:defRPr sz="1800"/>
            </a:pPr>
            <a:r>
              <a:rPr lang="en-US" sz="1600" dirty="0"/>
              <a:t>Customer Outcomes: Personalized plans, increased trust, fairness, transparent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6000" b="1" dirty="0"/>
              <a:t>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69</TotalTime>
  <Words>400</Words>
  <Application>Microsoft Office PowerPoint</Application>
  <PresentationFormat>On-screen Show (16:9)</PresentationFormat>
  <Paragraphs>34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AI-Powered Collections Strategy</vt:lpstr>
      <vt:lpstr>How the System Works</vt:lpstr>
      <vt:lpstr>System Workflow Diagram</vt:lpstr>
      <vt:lpstr>Role of Agentic AI</vt:lpstr>
      <vt:lpstr>Responsible AI Guardrails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Uday Shinde</cp:lastModifiedBy>
  <cp:revision>8</cp:revision>
  <dcterms:modified xsi:type="dcterms:W3CDTF">2026-06-15T13:04:10Z</dcterms:modified>
</cp:coreProperties>
</file>